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1A26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0"/>
            <a:ext cx="13716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C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Witnesses Every Step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457200" y="3017520"/>
            <a:ext cx="5029200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AI Quality Control for ISO-Accredited Labs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Hackathon  ·  Tokyo  ·  AI Glasses Track  ·  May 30, 2026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0" y="4480560"/>
            <a:ext cx="182880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Rokid Glasses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Most Labs Today, QC Relies on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88920" cy="33832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788920" cy="54864"/>
          </a:xfrm>
          <a:prstGeom prst="rect">
            <a:avLst/>
          </a:prstGeom>
          <a:solidFill>
            <a:srgbClr val="FF3D5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sign paper checklists. Supervisors countersign. The system assumes every step was done correctly.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40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there is no proof.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88920" cy="33832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25880"/>
            <a:ext cx="278892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CONSEQUENCES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reagent → false patient results. Skipped QC → contaminated product. These errors are silent — they happen before anyone notices.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840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only surface when it's too late.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788920" cy="33832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25880"/>
            <a:ext cx="278892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= JUST A SIGNATURE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accreditation across clinical, food safety, and pharma all require documentation of every step.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38404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"Documentation" today means a signature. Not proof.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B2E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signs → Supervisor signs → Hope for the best    |    </a:t>
            </a:r>
            <a:pPr indent="0" marL="0">
              <a:buNone/>
            </a:pPr>
            <a:r>
              <a:rPr lang="en-US" sz="10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</a:t>
            </a:r>
            <a:pPr indent="0" marL="0">
              <a:buNone/>
            </a:pPr>
            <a:r>
              <a:rPr lang="en-US" sz="1000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verification that each step was performed correctly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THE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C — AI Witnesses Every Step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0040" y="1325880"/>
            <a:ext cx="502920" cy="640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3258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13441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speaks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1636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aloud while working — hands never leave the bench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502920" cy="6400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2128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22311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input check — green confirmed, red alert on deviation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99816"/>
            <a:ext cx="502920" cy="6400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09981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3118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Auto-logged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410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timestamped with technician ID and pass/fail status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986784"/>
            <a:ext cx="502920" cy="64008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98678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4005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voice command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complete ISO-ready audit report instantly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1234440"/>
            <a:ext cx="3977640" cy="3749040"/>
          </a:xfrm>
          <a:prstGeom prst="rect">
            <a:avLst/>
          </a:prstGeom>
          <a:solidFill>
            <a:srgbClr val="050D1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ROKID GLASSES · AR DISPLAY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1691640"/>
            <a:ext cx="3611880" cy="822960"/>
          </a:xfrm>
          <a:prstGeom prst="rect">
            <a:avLst/>
          </a:prstGeom>
          <a:solidFill>
            <a:srgbClr val="051A0E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7282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one done, sample collected"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20640" y="22219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· Timestamped · Confirmed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0" y="2743200"/>
            <a:ext cx="3611880" cy="822960"/>
          </a:xfrm>
          <a:prstGeom prst="rect">
            <a:avLst/>
          </a:prstGeom>
          <a:solidFill>
            <a:srgbClr val="1A0508"/>
          </a:solidFill>
          <a:ln w="10160">
            <a:solidFill>
              <a:srgbClr val="FF3D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27797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"Contamination detected"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206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20640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recorded instantly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0" y="3794760"/>
            <a:ext cx="3611880" cy="822960"/>
          </a:xfrm>
          <a:prstGeom prst="rect">
            <a:avLst/>
          </a:prstGeom>
          <a:solidFill>
            <a:srgbClr val="05131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38313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report"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READY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0640" y="4325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 audit trail in seconds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663440"/>
            <a:ext cx="429768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681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Glasses?  Hands are always occupied in lab work — it's the only interface that works.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LIVE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Audit C Catch What Paper Misses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297680" cy="3474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53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 ·  60 SECONDS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54864" cy="6858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75564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1 — NORMAL STEP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one done, sample collected." → System confirms. Green. Timestamped. Logged.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54864" cy="685800"/>
          </a:xfrm>
          <a:prstGeom prst="rect">
            <a:avLst/>
          </a:prstGeom>
          <a:solidFill>
            <a:srgbClr val="FF3D5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71576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2 — DEVIATION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"Contamination detected in sample." → Red alert fires. In the current system, invisible until results failed. Here — caught before next step.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54864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6758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3 — THE REPORT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report." → Complete audit trail — every step, every timestamp, every deviation — ready for sign-off.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526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paper. No trust. Just proof.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3977640" cy="34747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3533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JUDGES SEE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83480" y="18745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5230368" y="1783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AR-style interface on mobile — simulating Rokid glasses display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2560320"/>
            <a:ext cx="164592" cy="164592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2468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recognition → instant visual feedback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3246120"/>
            <a:ext cx="164592" cy="164592"/>
          </a:xfrm>
          <a:prstGeom prst="ellipse">
            <a:avLst/>
          </a:prstGeom>
          <a:solidFill>
            <a:srgbClr val="FF3D5A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31546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red fullscreen alerts — dramatic and immediately understandable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3931920"/>
            <a:ext cx="164592" cy="16459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5" name="Text 23"/>
          <p:cNvSpPr/>
          <p:nvPr/>
        </p:nvSpPr>
        <p:spPr>
          <a:xfrm>
            <a:off x="5230368" y="3840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with structured ISO-ready fields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HOW WE USED TRAE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TRAE Was Our Co-Developer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274320" y="1325880"/>
            <a:ext cx="2011680" cy="2377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32588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Generation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COVID PCR protocol JSON from plain English description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2461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~1 hr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50592" y="1325880"/>
            <a:ext cx="2011680" cy="2377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50592" y="1325880"/>
            <a:ext cx="201168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60320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 FastAPI app with all 6 endpoints via vibe coding prompts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246120"/>
            <a:ext cx="164592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~2 hr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1325880"/>
            <a:ext cx="2011680" cy="2377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6864" y="1325880"/>
            <a:ext cx="201168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36592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Rokid glasses integration, CORS setup, PDF generation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3246120"/>
            <a:ext cx="1645920" cy="3200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~1 hr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325880"/>
            <a:ext cx="2011680" cy="23774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03136" y="1325880"/>
            <a:ext cx="201168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4" name="Text 32"/>
          <p:cNvSpPr/>
          <p:nvPr/>
        </p:nvSpPr>
        <p:spPr>
          <a:xfrm>
            <a:off x="6912864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12864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AR-style mobile interface with voice recognition and overlays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12864" y="3246120"/>
            <a:ext cx="1645920" cy="3200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7" name="Text 35"/>
          <p:cNvSpPr/>
          <p:nvPr/>
        </p:nvSpPr>
        <p:spPr>
          <a:xfrm>
            <a:off x="6912864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~1.5 hr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840480"/>
            <a:ext cx="5029200" cy="685800"/>
          </a:xfrm>
          <a:prstGeom prst="rect">
            <a:avLst/>
          </a:prstGeom>
          <a:solidFill>
            <a:srgbClr val="0A162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8862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saved: </a:t>
            </a:r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~5.5 hours 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8 hour hackathon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86400" y="3840480"/>
            <a:ext cx="333756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8862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"Without TRAE, this project would not be possible in 8 hours."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BUSINESS VALUE &amp;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Trust to Proof — Across Every Industry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347472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627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Diagnostics, PCR, pathology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347472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305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86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 compliance, contamination 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43784"/>
            <a:ext cx="347472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895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145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GMP manufacturing, batch QC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02736"/>
            <a:ext cx="3474720" cy="64008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484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648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904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verification, quality inspection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370832"/>
            <a:ext cx="347472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416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SaaS  ·  Per-Session Licensing  ·  Enterprise Deployment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69080" y="1234440"/>
            <a:ext cx="4754880" cy="3749040"/>
          </a:xfrm>
          <a:prstGeom prst="rect">
            <a:avLst/>
          </a:prstGeom>
          <a:solidFill>
            <a:srgbClr val="1A22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1307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COMPARISON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60520" y="1627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1627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AUDIT 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78040" y="16276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AUDIT 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1901952"/>
            <a:ext cx="44805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1993392"/>
            <a:ext cx="4480560" cy="53035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29" name="Text 27"/>
          <p:cNvSpPr/>
          <p:nvPr/>
        </p:nvSpPr>
        <p:spPr>
          <a:xfrm>
            <a:off x="4160520" y="20665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Report Time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2066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 manual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2066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seconds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60520" y="2560320"/>
            <a:ext cx="4480560" cy="530352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33" name="Text 31"/>
          <p:cNvSpPr/>
          <p:nvPr/>
        </p:nvSpPr>
        <p:spPr>
          <a:xfrm>
            <a:off x="4160520" y="2633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2633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results (too late)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2633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60520" y="3127248"/>
            <a:ext cx="4480560" cy="53035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3200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only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78040" y="32004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witnessed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60520" y="3694176"/>
            <a:ext cx="4480560" cy="530352"/>
          </a:xfrm>
          <a:prstGeom prst="rect">
            <a:avLst/>
          </a:prstGeom>
          <a:solidFill>
            <a:srgbClr val="1A2235"/>
          </a:solidFill>
          <a:ln/>
        </p:spPr>
      </p:sp>
      <p:sp>
        <p:nvSpPr>
          <p:cNvPr id="41" name="Text 39"/>
          <p:cNvSpPr/>
          <p:nvPr/>
        </p:nvSpPr>
        <p:spPr>
          <a:xfrm>
            <a:off x="4160520" y="37673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0" y="3767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for protocols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37673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guidance day one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60520" y="4261104"/>
            <a:ext cx="4480560" cy="530352"/>
          </a:xfrm>
          <a:prstGeom prst="rect">
            <a:avLst/>
          </a:prstGeom>
          <a:solidFill>
            <a:srgbClr val="141E30"/>
          </a:solidFill>
          <a:ln/>
        </p:spPr>
      </p:sp>
      <p:sp>
        <p:nvSpPr>
          <p:cNvPr id="45" name="Text 43"/>
          <p:cNvSpPr/>
          <p:nvPr/>
        </p:nvSpPr>
        <p:spPr>
          <a:xfrm>
            <a:off x="4160520" y="43342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Prep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23560" y="4334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paperwork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78040" y="4334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export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6350">
            <a:solidFill>
              <a:srgbClr val="131B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THE VISION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procedure </a:t>
            </a:r>
            <a:pPr algn="l"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witnessed.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deviation </a:t>
            </a:r>
            <a:pPr algn="l" indent="0" marL="0">
              <a:buNone/>
            </a:pPr>
            <a:r>
              <a:rPr lang="en-US" sz="3400" b="1" dirty="0">
                <a:solidFill>
                  <a:srgbClr val="FF3D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caught.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report </a:t>
            </a:r>
            <a:pPr algn="l" indent="0" marL="0">
              <a:buNone/>
            </a:pPr>
            <a:r>
              <a:rPr lang="en-US" sz="3400" b="1" dirty="0">
                <a:solidFill>
                  <a:srgbClr val="00E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instant.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 makes quality control what it was always supposed to be —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proof, not trust.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320040" y="3840480"/>
            <a:ext cx="2011680" cy="4114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Tokyo labs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496312" y="3840480"/>
            <a:ext cx="2011680" cy="4114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QMS systems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72584" y="3840480"/>
            <a:ext cx="2011680" cy="4114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72584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SOP library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48856" y="3840480"/>
            <a:ext cx="2011680" cy="411480"/>
          </a:xfrm>
          <a:prstGeom prst="rect">
            <a:avLst/>
          </a:prstGeom>
          <a:solidFill>
            <a:srgbClr val="0A16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8856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Rokid glasses deploy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Hackathon  ·  Tokyo  ·  May 30,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C — AI Lab QC</dc:title>
  <dc:subject>PptxGenJS Presentation</dc:subject>
  <dc:creator>PptxGenJS</dc:creator>
  <cp:lastModifiedBy>PptxGenJS</cp:lastModifiedBy>
  <cp:revision>1</cp:revision>
  <dcterms:created xsi:type="dcterms:W3CDTF">2026-05-30T05:28:23Z</dcterms:created>
  <dcterms:modified xsi:type="dcterms:W3CDTF">2026-05-30T05:28:23Z</dcterms:modified>
</cp:coreProperties>
</file>